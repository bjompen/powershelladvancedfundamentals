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presentation.xml" ContentType="application/vnd.openxmlformats-officedocument.presentationml.presentation.main+xml"/>
  <Override PartName="/ppt/slides/slide45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46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47.xml" ContentType="application/vnd.openxmlformats-officedocument.presentationml.slide+xml"/>
  <Override PartName="/ppt/slides/slide3.xml" ContentType="application/vnd.openxmlformats-officedocument.presentationml.slide+xml"/>
  <Override PartName="/ppt/slides/slide40.xml" ContentType="application/vnd.openxmlformats-officedocument.presentationml.slide+xml"/>
  <Override PartName="/ppt/slides/slide4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22.xml" ContentType="application/vnd.openxmlformats-officedocument.presentationml.slide+xml"/>
  <Override PartName="/ppt/slides/slide42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4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49.xml" ContentType="application/vnd.openxmlformats-officedocument.presentationml.slide+xml"/>
  <Override PartName="/ppt/slides/slide14.xml" ContentType="application/vnd.openxmlformats-officedocument.presentationml.slide+xml"/>
  <Override PartName="/ppt/slides/slide48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44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64.xml" ContentType="application/vnd.openxmlformats-officedocument.presentationml.slide+xml"/>
  <Override PartName="/ppt/slides/slide3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_rels/slide22.xml.rels" ContentType="application/vnd.openxmlformats-package.relationships+xml"/>
  <Override PartName="/ppt/slides/_rels/slide35.xml.rels" ContentType="application/vnd.openxmlformats-package.relationships+xml"/>
  <Override PartName="/ppt/slides/_rels/slide45.xml.rels" ContentType="application/vnd.openxmlformats-package.relationships+xml"/>
  <Override PartName="/ppt/slides/_rels/slide18.xml.rels" ContentType="application/vnd.openxmlformats-package.relationships+xml"/>
  <Override PartName="/ppt/slides/_rels/slide1.xml.rels" ContentType="application/vnd.openxmlformats-package.relationships+xml"/>
  <Override PartName="/ppt/slides/_rels/slide36.xml.rels" ContentType="application/vnd.openxmlformats-package.relationships+xml"/>
  <Override PartName="/ppt/slides/_rels/slide20.xml.rels" ContentType="application/vnd.openxmlformats-package.relationships+xml"/>
  <Override PartName="/ppt/slides/_rels/slide46.xml.rels" ContentType="application/vnd.openxmlformats-package.relationships+xml"/>
  <Override PartName="/ppt/slides/_rels/slide2.xml.rels" ContentType="application/vnd.openxmlformats-package.relationships+xml"/>
  <Override PartName="/ppt/slides/_rels/slide37.xml.rels" ContentType="application/vnd.openxmlformats-package.relationships+xml"/>
  <Override PartName="/ppt/slides/_rels/slide47.xml.rels" ContentType="application/vnd.openxmlformats-package.relationships+xml"/>
  <Override PartName="/ppt/slides/_rels/slide3.xml.rels" ContentType="application/vnd.openxmlformats-package.relationships+xml"/>
  <Override PartName="/ppt/slides/_rels/slide38.xml.rels" ContentType="application/vnd.openxmlformats-package.relationships+xml"/>
  <Override PartName="/ppt/slides/_rels/slide40.xml.rels" ContentType="application/vnd.openxmlformats-package.relationships+xml"/>
  <Override PartName="/ppt/slides/_rels/slide4.xml.rels" ContentType="application/vnd.openxmlformats-package.relationships+xml"/>
  <Override PartName="/ppt/slides/_rels/slide21.xml.rels" ContentType="application/vnd.openxmlformats-package.relationships+xml"/>
  <Override PartName="/ppt/slides/_rels/slide64.xml.rels" ContentType="application/vnd.openxmlformats-package.relationships+xml"/>
  <Override PartName="/ppt/slides/_rels/slide39.xml.rels" ContentType="application/vnd.openxmlformats-package.relationships+xml"/>
  <Override PartName="/ppt/slides/_rels/slide41.xml.rels" ContentType="application/vnd.openxmlformats-package.relationships+xml"/>
  <Override PartName="/ppt/slides/_rels/slide5.xml.rels" ContentType="application/vnd.openxmlformats-package.relationships+xml"/>
  <Override PartName="/ppt/slides/_rels/slide50.xml.rels" ContentType="application/vnd.openxmlformats-package.relationships+xml"/>
  <Override PartName="/ppt/slides/_rels/slide42.xml.rels" ContentType="application/vnd.openxmlformats-package.relationships+xml"/>
  <Override PartName="/ppt/slides/_rels/slide6.xml.rels" ContentType="application/vnd.openxmlformats-package.relationships+xml"/>
  <Override PartName="/ppt/slides/_rels/slide23.xml.rels" ContentType="application/vnd.openxmlformats-package.relationships+xml"/>
  <Override PartName="/ppt/slides/_rels/slide51.xml.rels" ContentType="application/vnd.openxmlformats-package.relationships+xml"/>
  <Override PartName="/ppt/slides/_rels/slide43.xml.rels" ContentType="application/vnd.openxmlformats-package.relationships+xml"/>
  <Override PartName="/ppt/slides/_rels/slide7.xml.rels" ContentType="application/vnd.openxmlformats-package.relationships+xml"/>
  <Override PartName="/ppt/slides/_rels/slide24.xml.rels" ContentType="application/vnd.openxmlformats-package.relationships+xml"/>
  <Override PartName="/ppt/slides/_rels/slide52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53.xml.rels" ContentType="application/vnd.openxmlformats-package.relationships+xml"/>
  <Override PartName="/ppt/slides/_rels/slide10.xml.rels" ContentType="application/vnd.openxmlformats-package.relationships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49.xml.rels" ContentType="application/vnd.openxmlformats-package.relationships+xml"/>
  <Override PartName="/ppt/slides/_rels/slide14.xml.rels" ContentType="application/vnd.openxmlformats-package.relationships+xml"/>
  <Override PartName="/ppt/slides/_rels/slide48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44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slides/_rels/slide29.xml.rels" ContentType="application/vnd.openxmlformats-package.relationships+xml"/>
  <Override PartName="/ppt/slides/_rels/slide30.xml.rels" ContentType="application/vnd.openxmlformats-package.relationships+xml"/>
  <Override PartName="/ppt/slides/_rels/slide31.xml.rels" ContentType="application/vnd.openxmlformats-package.relationships+xml"/>
  <Override PartName="/ppt/slides/_rels/slide32.xml.rels" ContentType="application/vnd.openxmlformats-package.relationships+xml"/>
  <Override PartName="/ppt/slides/_rels/slide33.xml.rels" ContentType="application/vnd.openxmlformats-package.relationships+xml"/>
  <Override PartName="/ppt/slides/_rels/slide34.xml.rels" ContentType="application/vnd.openxmlformats-package.relationships+xml"/>
  <Override PartName="/ppt/slides/_rels/slide54.xml.rels" ContentType="application/vnd.openxmlformats-package.relationships+xml"/>
  <Override PartName="/ppt/slides/_rels/slide55.xml.rels" ContentType="application/vnd.openxmlformats-package.relationships+xml"/>
  <Override PartName="/ppt/slides/_rels/slide56.xml.rels" ContentType="application/vnd.openxmlformats-package.relationships+xml"/>
  <Override PartName="/ppt/slides/_rels/slide57.xml.rels" ContentType="application/vnd.openxmlformats-package.relationships+xml"/>
  <Override PartName="/ppt/slides/_rels/slide58.xml.rels" ContentType="application/vnd.openxmlformats-package.relationships+xml"/>
  <Override PartName="/ppt/slides/_rels/slide59.xml.rels" ContentType="application/vnd.openxmlformats-package.relationships+xml"/>
  <Override PartName="/ppt/slides/_rels/slide60.xml.rels" ContentType="application/vnd.openxmlformats-package.relationships+xml"/>
  <Override PartName="/ppt/slides/_rels/slide61.xml.rels" ContentType="application/vnd.openxmlformats-package.relationships+xml"/>
  <Override PartName="/ppt/slides/_rels/slide62.xml.rels" ContentType="application/vnd.openxmlformats-package.relationships+xml"/>
  <Override PartName="/ppt/slides/_rels/slide63.xml.rels" ContentType="application/vnd.openxmlformats-package.relationships+xml"/>
  <Override PartName="/ppt/slides/_rels/slide65.xml.rels" ContentType="application/vnd.openxmlformats-package.relationships+xml"/>
  <Override PartName="/ppt/slides/_rels/slide66.xml.rels" ContentType="application/vnd.openxmlformats-package.relationships+xml"/>
  <Override PartName="/ppt/slides/_rels/slide67.xml.rels" ContentType="application/vnd.openxmlformats-package.relationships+xml"/>
  <Override PartName="/ppt/slides/_rels/slide68.xml.rels" ContentType="application/vnd.openxmlformats-package.relationships+xml"/>
  <Override PartName="/ppt/slides/_rels/slide69.xml.rels" ContentType="application/vnd.openxmlformats-package.relationships+xml"/>
  <Override PartName="/ppt/slides/_rels/slide70.xml.rels" ContentType="application/vnd.openxmlformats-package.relationships+xml"/>
  <Override PartName="/ppt/slides/_rels/slide71.xml.rels" ContentType="application/vnd.openxmlformats-package.relationships+xml"/>
  <Override PartName="/ppt/slides/_rels/slide72.xml.rels" ContentType="application/vnd.openxmlformats-package.relationships+xml"/>
  <Override PartName="/ppt/slides/_rels/slide73.xml.rels" ContentType="application/vnd.openxmlformats-package.relationships+xml"/>
  <Override PartName="/ppt/slides/_rels/slide74.xml.rels" ContentType="application/vnd.openxmlformats-package.relationships+xml"/>
  <Override PartName="/ppt/slides/_rels/slide75.xml.rels" ContentType="application/vnd.openxmlformats-package.relationships+xml"/>
  <Override PartName="/ppt/slides/_rels/slide76.xml.rels" ContentType="application/vnd.openxmlformats-package.relationships+xml"/>
  <Override PartName="/ppt/slides/_rels/slide77.xml.rels" ContentType="application/vnd.openxmlformats-package.relationships+xml"/>
  <Override PartName="/ppt/slides/_rels/slide78.xml.rels" ContentType="application/vnd.openxmlformats-package.relationships+xml"/>
  <Override PartName="/ppt/slides/_rels/slide79.xml.rels" ContentType="application/vnd.openxmlformats-package.relationships+xml"/>
  <Override PartName="/ppt/slides/_rels/slide80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2.xml.rels" ContentType="application/vnd.openxmlformats-package.relationships+xml"/>
  <Override PartName="/ppt/notesSlides/notesSlide4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_rels/notesSlide44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27.xml.rels" ContentType="application/vnd.openxmlformats-package.relationships+xml"/>
  <Override PartName="/ppt/notesSlides/_rels/notesSlide39.xml.rels" ContentType="application/vnd.openxmlformats-package.relationships+xml"/>
  <Override PartName="/ppt/notesSlides/_rels/notesSlide28.xml.rels" ContentType="application/vnd.openxmlformats-package.relationships+xml"/>
  <Override PartName="/ppt/notesSlides/_rels/notesSlide30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presProps.xml" ContentType="application/vnd.openxmlformats-officedocument.presentationml.presPro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1" r:id="rId4"/>
    <p:sldMasterId id="2147483652" r:id="rId5"/>
    <p:sldMasterId id="2147483654" r:id="rId6"/>
    <p:sldMasterId id="2147483655" r:id="rId7"/>
    <p:sldMasterId id="2147483657" r:id="rId8"/>
    <p:sldMasterId id="2147483658" r:id="rId9"/>
    <p:sldMasterId id="2147483659" r:id="rId10"/>
    <p:sldMasterId id="2147483660" r:id="rId11"/>
    <p:sldMasterId id="2147483661" r:id="rId12"/>
    <p:sldMasterId id="2147483663" r:id="rId13"/>
  </p:sldMasterIdLst>
  <p:notesMasterIdLst>
    <p:notesMasterId r:id="rId14"/>
  </p:notesMasterIdLst>
  <p:sldIdLst>
    <p:sldId id="256" r:id="rId15"/>
    <p:sldId id="257" r:id="rId16"/>
    <p:sldId id="258" r:id="rId17"/>
    <p:sldId id="259" r:id="rId18"/>
    <p:sldId id="260" r:id="rId19"/>
    <p:sldId id="261" r:id="rId20"/>
    <p:sldId id="262" r:id="rId21"/>
    <p:sldId id="263" r:id="rId22"/>
    <p:sldId id="264" r:id="rId23"/>
    <p:sldId id="265" r:id="rId24"/>
    <p:sldId id="266" r:id="rId25"/>
    <p:sldId id="267" r:id="rId26"/>
    <p:sldId id="268" r:id="rId27"/>
    <p:sldId id="269" r:id="rId28"/>
    <p:sldId id="270" r:id="rId29"/>
    <p:sldId id="271" r:id="rId30"/>
    <p:sldId id="272" r:id="rId31"/>
    <p:sldId id="273" r:id="rId32"/>
    <p:sldId id="274" r:id="rId33"/>
    <p:sldId id="275" r:id="rId34"/>
    <p:sldId id="276" r:id="rId35"/>
    <p:sldId id="277" r:id="rId36"/>
    <p:sldId id="278" r:id="rId37"/>
    <p:sldId id="279" r:id="rId38"/>
    <p:sldId id="280" r:id="rId39"/>
    <p:sldId id="281" r:id="rId40"/>
    <p:sldId id="282" r:id="rId41"/>
    <p:sldId id="283" r:id="rId42"/>
    <p:sldId id="284" r:id="rId43"/>
    <p:sldId id="285" r:id="rId44"/>
    <p:sldId id="286" r:id="rId45"/>
    <p:sldId id="287" r:id="rId46"/>
    <p:sldId id="288" r:id="rId47"/>
    <p:sldId id="289" r:id="rId48"/>
    <p:sldId id="290" r:id="rId49"/>
    <p:sldId id="291" r:id="rId50"/>
    <p:sldId id="292" r:id="rId51"/>
    <p:sldId id="293" r:id="rId52"/>
    <p:sldId id="294" r:id="rId53"/>
    <p:sldId id="295" r:id="rId54"/>
    <p:sldId id="296" r:id="rId55"/>
    <p:sldId id="297" r:id="rId56"/>
    <p:sldId id="298" r:id="rId57"/>
    <p:sldId id="299" r:id="rId58"/>
    <p:sldId id="300" r:id="rId59"/>
    <p:sldId id="301" r:id="rId60"/>
    <p:sldId id="302" r:id="rId61"/>
    <p:sldId id="303" r:id="rId62"/>
    <p:sldId id="304" r:id="rId63"/>
    <p:sldId id="305" r:id="rId64"/>
    <p:sldId id="306" r:id="rId65"/>
    <p:sldId id="307" r:id="rId66"/>
    <p:sldId id="308" r:id="rId67"/>
    <p:sldId id="309" r:id="rId68"/>
    <p:sldId id="310" r:id="rId69"/>
    <p:sldId id="311" r:id="rId70"/>
    <p:sldId id="312" r:id="rId71"/>
    <p:sldId id="313" r:id="rId72"/>
    <p:sldId id="314" r:id="rId73"/>
    <p:sldId id="315" r:id="rId74"/>
    <p:sldId id="316" r:id="rId75"/>
    <p:sldId id="317" r:id="rId76"/>
    <p:sldId id="318" r:id="rId77"/>
    <p:sldId id="319" r:id="rId78"/>
    <p:sldId id="320" r:id="rId79"/>
    <p:sldId id="321" r:id="rId80"/>
    <p:sldId id="322" r:id="rId81"/>
    <p:sldId id="323" r:id="rId82"/>
    <p:sldId id="324" r:id="rId83"/>
    <p:sldId id="325" r:id="rId84"/>
    <p:sldId id="326" r:id="rId85"/>
    <p:sldId id="327" r:id="rId86"/>
    <p:sldId id="328" r:id="rId87"/>
    <p:sldId id="329" r:id="rId88"/>
    <p:sldId id="330" r:id="rId89"/>
    <p:sldId id="331" r:id="rId90"/>
    <p:sldId id="332" r:id="rId91"/>
    <p:sldId id="333" r:id="rId92"/>
    <p:sldId id="334" r:id="rId93"/>
    <p:sldId id="335" r:id="rId9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5" Type="http://schemas.openxmlformats.org/officeDocument/2006/relationships/slide" Target="slides/slide21.xml"/><Relationship Id="rId36" Type="http://schemas.openxmlformats.org/officeDocument/2006/relationships/slide" Target="slides/slide22.xml"/><Relationship Id="rId37" Type="http://schemas.openxmlformats.org/officeDocument/2006/relationships/slide" Target="slides/slide23.xml"/><Relationship Id="rId38" Type="http://schemas.openxmlformats.org/officeDocument/2006/relationships/slide" Target="slides/slide24.xml"/><Relationship Id="rId39" Type="http://schemas.openxmlformats.org/officeDocument/2006/relationships/slide" Target="slides/slide25.xml"/><Relationship Id="rId40" Type="http://schemas.openxmlformats.org/officeDocument/2006/relationships/slide" Target="slides/slide26.xml"/><Relationship Id="rId41" Type="http://schemas.openxmlformats.org/officeDocument/2006/relationships/slide" Target="slides/slide27.xml"/><Relationship Id="rId42" Type="http://schemas.openxmlformats.org/officeDocument/2006/relationships/slide" Target="slides/slide28.xml"/><Relationship Id="rId43" Type="http://schemas.openxmlformats.org/officeDocument/2006/relationships/slide" Target="slides/slide29.xml"/><Relationship Id="rId44" Type="http://schemas.openxmlformats.org/officeDocument/2006/relationships/slide" Target="slides/slide30.xml"/><Relationship Id="rId45" Type="http://schemas.openxmlformats.org/officeDocument/2006/relationships/slide" Target="slides/slide31.xml"/><Relationship Id="rId46" Type="http://schemas.openxmlformats.org/officeDocument/2006/relationships/slide" Target="slides/slide32.xml"/><Relationship Id="rId47" Type="http://schemas.openxmlformats.org/officeDocument/2006/relationships/slide" Target="slides/slide33.xml"/><Relationship Id="rId48" Type="http://schemas.openxmlformats.org/officeDocument/2006/relationships/slide" Target="slides/slide34.xml"/><Relationship Id="rId49" Type="http://schemas.openxmlformats.org/officeDocument/2006/relationships/slide" Target="slides/slide35.xml"/><Relationship Id="rId50" Type="http://schemas.openxmlformats.org/officeDocument/2006/relationships/slide" Target="slides/slide36.xml"/><Relationship Id="rId51" Type="http://schemas.openxmlformats.org/officeDocument/2006/relationships/slide" Target="slides/slide37.xml"/><Relationship Id="rId52" Type="http://schemas.openxmlformats.org/officeDocument/2006/relationships/slide" Target="slides/slide38.xml"/><Relationship Id="rId53" Type="http://schemas.openxmlformats.org/officeDocument/2006/relationships/slide" Target="slides/slide39.xml"/><Relationship Id="rId54" Type="http://schemas.openxmlformats.org/officeDocument/2006/relationships/slide" Target="slides/slide40.xml"/><Relationship Id="rId55" Type="http://schemas.openxmlformats.org/officeDocument/2006/relationships/slide" Target="slides/slide41.xml"/><Relationship Id="rId56" Type="http://schemas.openxmlformats.org/officeDocument/2006/relationships/slide" Target="slides/slide42.xml"/><Relationship Id="rId57" Type="http://schemas.openxmlformats.org/officeDocument/2006/relationships/slide" Target="slides/slide43.xml"/><Relationship Id="rId58" Type="http://schemas.openxmlformats.org/officeDocument/2006/relationships/slide" Target="slides/slide44.xml"/><Relationship Id="rId59" Type="http://schemas.openxmlformats.org/officeDocument/2006/relationships/slide" Target="slides/slide45.xml"/><Relationship Id="rId60" Type="http://schemas.openxmlformats.org/officeDocument/2006/relationships/slide" Target="slides/slide46.xml"/><Relationship Id="rId61" Type="http://schemas.openxmlformats.org/officeDocument/2006/relationships/slide" Target="slides/slide47.xml"/><Relationship Id="rId62" Type="http://schemas.openxmlformats.org/officeDocument/2006/relationships/slide" Target="slides/slide48.xml"/><Relationship Id="rId63" Type="http://schemas.openxmlformats.org/officeDocument/2006/relationships/slide" Target="slides/slide49.xml"/><Relationship Id="rId64" Type="http://schemas.openxmlformats.org/officeDocument/2006/relationships/slide" Target="slides/slide50.xml"/><Relationship Id="rId65" Type="http://schemas.openxmlformats.org/officeDocument/2006/relationships/slide" Target="slides/slide51.xml"/><Relationship Id="rId66" Type="http://schemas.openxmlformats.org/officeDocument/2006/relationships/slide" Target="slides/slide52.xml"/><Relationship Id="rId67" Type="http://schemas.openxmlformats.org/officeDocument/2006/relationships/slide" Target="slides/slide53.xml"/><Relationship Id="rId68" Type="http://schemas.openxmlformats.org/officeDocument/2006/relationships/slide" Target="slides/slide54.xml"/><Relationship Id="rId69" Type="http://schemas.openxmlformats.org/officeDocument/2006/relationships/slide" Target="slides/slide55.xml"/><Relationship Id="rId70" Type="http://schemas.openxmlformats.org/officeDocument/2006/relationships/slide" Target="slides/slide56.xml"/><Relationship Id="rId71" Type="http://schemas.openxmlformats.org/officeDocument/2006/relationships/slide" Target="slides/slide57.xml"/><Relationship Id="rId72" Type="http://schemas.openxmlformats.org/officeDocument/2006/relationships/slide" Target="slides/slide58.xml"/><Relationship Id="rId73" Type="http://schemas.openxmlformats.org/officeDocument/2006/relationships/slide" Target="slides/slide59.xml"/><Relationship Id="rId74" Type="http://schemas.openxmlformats.org/officeDocument/2006/relationships/slide" Target="slides/slide60.xml"/><Relationship Id="rId75" Type="http://schemas.openxmlformats.org/officeDocument/2006/relationships/slide" Target="slides/slide61.xml"/><Relationship Id="rId76" Type="http://schemas.openxmlformats.org/officeDocument/2006/relationships/slide" Target="slides/slide62.xml"/><Relationship Id="rId77" Type="http://schemas.openxmlformats.org/officeDocument/2006/relationships/slide" Target="slides/slide63.xml"/><Relationship Id="rId78" Type="http://schemas.openxmlformats.org/officeDocument/2006/relationships/slide" Target="slides/slide64.xml"/><Relationship Id="rId79" Type="http://schemas.openxmlformats.org/officeDocument/2006/relationships/slide" Target="slides/slide65.xml"/><Relationship Id="rId80" Type="http://schemas.openxmlformats.org/officeDocument/2006/relationships/slide" Target="slides/slide66.xml"/><Relationship Id="rId81" Type="http://schemas.openxmlformats.org/officeDocument/2006/relationships/slide" Target="slides/slide67.xml"/><Relationship Id="rId82" Type="http://schemas.openxmlformats.org/officeDocument/2006/relationships/slide" Target="slides/slide68.xml"/><Relationship Id="rId83" Type="http://schemas.openxmlformats.org/officeDocument/2006/relationships/slide" Target="slides/slide69.xml"/><Relationship Id="rId84" Type="http://schemas.openxmlformats.org/officeDocument/2006/relationships/slide" Target="slides/slide70.xml"/><Relationship Id="rId85" Type="http://schemas.openxmlformats.org/officeDocument/2006/relationships/slide" Target="slides/slide71.xml"/><Relationship Id="rId86" Type="http://schemas.openxmlformats.org/officeDocument/2006/relationships/slide" Target="slides/slide72.xml"/><Relationship Id="rId87" Type="http://schemas.openxmlformats.org/officeDocument/2006/relationships/slide" Target="slides/slide73.xml"/><Relationship Id="rId88" Type="http://schemas.openxmlformats.org/officeDocument/2006/relationships/slide" Target="slides/slide74.xml"/><Relationship Id="rId89" Type="http://schemas.openxmlformats.org/officeDocument/2006/relationships/slide" Target="slides/slide75.xml"/><Relationship Id="rId90" Type="http://schemas.openxmlformats.org/officeDocument/2006/relationships/slide" Target="slides/slide76.xml"/><Relationship Id="rId91" Type="http://schemas.openxmlformats.org/officeDocument/2006/relationships/slide" Target="slides/slide77.xml"/><Relationship Id="rId92" Type="http://schemas.openxmlformats.org/officeDocument/2006/relationships/slide" Target="slides/slide78.xml"/><Relationship Id="rId93" Type="http://schemas.openxmlformats.org/officeDocument/2006/relationships/slide" Target="slides/slide79.xml"/><Relationship Id="rId94" Type="http://schemas.openxmlformats.org/officeDocument/2006/relationships/slide" Target="slides/slide80.xml"/><Relationship Id="rId9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SE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Click to move the slide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sv-SE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notes' format</a:t>
            </a:r>
            <a:endParaRPr b="0" lang="sv-SE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PlaceHolder 4"/>
          <p:cNvSpPr>
            <a:spLocks noGrp="1"/>
          </p:cNvSpPr>
          <p:nvPr>
            <p:ph type="dt" idx="36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PlaceHolder 5"/>
          <p:cNvSpPr>
            <a:spLocks noGrp="1"/>
          </p:cNvSpPr>
          <p:nvPr>
            <p:ph type="ftr" idx="37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PlaceHolder 6"/>
          <p:cNvSpPr>
            <a:spLocks noGrp="1"/>
          </p:cNvSpPr>
          <p:nvPr>
            <p:ph type="sldNum" idx="38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F1C3954-ABD0-45F9-B2BD-8E2512BCB723}" type="slidenum">
              <a: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sv-S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sv-S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701EFDA-043A-431A-91BC-2B1B311F83A5}" type="slidenum">
              <a: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sv-S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49CC123-D4F1-4B95-93A3-5C48177B3416}" type="slidenum">
              <a: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sv-S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1681DA2-AB36-4EDE-8630-DBB0BB4BC163}" type="slidenum">
              <a: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sv-S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1BA9450-94AE-4DB2-BB95-0FE46B76DB03}" type="slidenum">
              <a: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sv-S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377CBD7-48A5-48E8-8455-22A2F49D7FD1}" type="slidenum">
              <a: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sv-S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D8C324A-B427-4E06-A6E2-8A90DC55DA30}" type="slidenum">
              <a: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sv-S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3962335-8D5D-471D-B573-2D8941C5278E}" type="slidenum">
              <a: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sv-S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B401E16-83BA-4B8B-B7CC-8BA975505F60}" type="slidenum">
              <a:rPr b="0" lang="en-S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sv-SE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6ABD93F-46C7-4BB1-84B0-F5E0E21EBD68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C315F22-A2B7-4DB3-8544-CCF4D0CDB75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sv-SE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04B3FF8A-8958-48C0-98C0-7F91CE8D8B8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sv-SE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5CD8CA82-2B85-4C66-886D-B3413699FF3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sv-SE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2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3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4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13000">
              <a:srgbClr val="43454b"/>
            </a:gs>
            <a:gs pos="95000">
              <a:srgbClr val="8e919a"/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1" descr=""/>
          <p:cNvPicPr/>
          <p:nvPr/>
        </p:nvPicPr>
        <p:blipFill>
          <a:blip r:embed="rId2"/>
          <a:stretch/>
        </p:blipFill>
        <p:spPr>
          <a:xfrm>
            <a:off x="779400" y="6289200"/>
            <a:ext cx="1429920" cy="43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" name="Picture 3" descr="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10184760" y="5404680"/>
            <a:ext cx="1544400" cy="1544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en-US" sz="6000" strike="noStrike" u="none">
                <a:solidFill>
                  <a:schemeClr val="lt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en-SE" sz="6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&lt;footer&gt;</a:t>
            </a:r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1334BB7-AB4A-46FE-A56C-14578968FFA8}" type="slidenum">
              <a: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SE" sz="2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Click to edit the outline text format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SE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Second Outline Level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SE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Third Outline Level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SE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Fourth Outline Level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SE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Fifth Outline Level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SE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Sixth Outline Level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SE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Seventh Outline Level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13000">
              <a:srgbClr val="43454b"/>
            </a:gs>
            <a:gs pos="95000">
              <a:srgbClr val="8e919a"/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1" descr=""/>
          <p:cNvPicPr/>
          <p:nvPr/>
        </p:nvPicPr>
        <p:blipFill>
          <a:blip r:embed="rId2"/>
          <a:stretch/>
        </p:blipFill>
        <p:spPr>
          <a:xfrm>
            <a:off x="779400" y="6289200"/>
            <a:ext cx="1429920" cy="43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" name="Picture 3" descr="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10184760" y="5404680"/>
            <a:ext cx="1544400" cy="1544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trike="noStrike" u="none">
                <a:solidFill>
                  <a:schemeClr val="lt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432000" indent="-3240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Click to edit Master text styles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864000" indent="-3240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Second level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296000" indent="-2880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Third level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728000" indent="-2160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Fourth level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160000" indent="-2160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Fifth level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>
              <a:buNone/>
              <a:def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  <a:endParaRPr b="0" lang="sv-SE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&lt;footer&gt;</a:t>
            </a:r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DA73A67-A9C4-4E4C-A6E5-05DFFC5BA876}" type="slidenum">
              <a: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13000">
              <a:srgbClr val="43454b"/>
            </a:gs>
            <a:gs pos="95000">
              <a:srgbClr val="8e919a"/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1" descr=""/>
          <p:cNvPicPr/>
          <p:nvPr/>
        </p:nvPicPr>
        <p:blipFill>
          <a:blip r:embed="rId2"/>
          <a:stretch/>
        </p:blipFill>
        <p:spPr>
          <a:xfrm>
            <a:off x="779400" y="6289200"/>
            <a:ext cx="1429920" cy="43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" name="Picture 3" descr="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10184760" y="5404680"/>
            <a:ext cx="1544400" cy="1544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anchorCtr="1" vert="eaVert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trike="noStrike" u="none">
                <a:solidFill>
                  <a:schemeClr val="lt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432000" indent="-3240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Click to edit Master text styles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864000" indent="-3240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Second level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296000" indent="-2880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Third level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728000" indent="-2160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Fourth level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160000" indent="-2160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Fifth level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>
              <a:buNone/>
              <a:def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  <a:endParaRPr b="0" lang="sv-SE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&lt;footer&gt;</a:t>
            </a:r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5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590AA14-1968-45FA-BB9C-4B48295FBC52}" type="slidenum">
              <a: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13000">
              <a:srgbClr val="43454b"/>
            </a:gs>
            <a:gs pos="95000">
              <a:srgbClr val="8e919a"/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11" descr=""/>
          <p:cNvPicPr/>
          <p:nvPr/>
        </p:nvPicPr>
        <p:blipFill>
          <a:blip r:embed="rId2"/>
          <a:stretch/>
        </p:blipFill>
        <p:spPr>
          <a:xfrm>
            <a:off x="779400" y="6289200"/>
            <a:ext cx="1429920" cy="43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" name="Picture 3" descr="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10184760" y="5404680"/>
            <a:ext cx="1544400" cy="1544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" name="PlaceHolder 1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Click to edit Master text styles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864000" indent="-3240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Second level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296000" indent="-2880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Third level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728000" indent="-2160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Fourth level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160000" indent="-2160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Fifth level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>
              <a:buNone/>
              <a:def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  <a:endParaRPr b="0" lang="sv-SE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&lt;footer&gt;</a:t>
            </a:r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A076740-5249-444D-AAD4-DDBCB1313B97}" type="slidenum">
              <a: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trike="noStrike" u="none">
                <a:solidFill>
                  <a:schemeClr val="lt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4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13000">
              <a:srgbClr val="43454b"/>
            </a:gs>
            <a:gs pos="95000">
              <a:srgbClr val="8e919a"/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11" descr=""/>
          <p:cNvPicPr/>
          <p:nvPr/>
        </p:nvPicPr>
        <p:blipFill>
          <a:blip r:embed="rId2"/>
          <a:stretch/>
        </p:blipFill>
        <p:spPr>
          <a:xfrm>
            <a:off x="779400" y="6289200"/>
            <a:ext cx="1429920" cy="43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" name="Picture 3" descr="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10184760" y="5404680"/>
            <a:ext cx="1544400" cy="1544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trike="noStrike" u="none">
                <a:solidFill>
                  <a:schemeClr val="lt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Click to edit Master text styles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864000" indent="-3240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Second level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296000" indent="-2880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Third level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728000" indent="-2160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Fourth level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160000" indent="-2160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Fifth level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>
              <a:buNone/>
              <a:def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  <a:endParaRPr b="0" lang="sv-SE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&lt;footer&gt;</a:t>
            </a:r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2C5241E-0D73-4A4A-BE30-B32148832BE2}" type="slidenum">
              <a: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13000">
              <a:srgbClr val="43454b"/>
            </a:gs>
            <a:gs pos="95000">
              <a:srgbClr val="8e919a"/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11" descr=""/>
          <p:cNvPicPr/>
          <p:nvPr/>
        </p:nvPicPr>
        <p:blipFill>
          <a:blip r:embed="rId2"/>
          <a:stretch/>
        </p:blipFill>
        <p:spPr>
          <a:xfrm>
            <a:off x="779400" y="6289200"/>
            <a:ext cx="1429920" cy="43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" name="Picture 3" descr="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10184760" y="5404680"/>
            <a:ext cx="1544400" cy="1544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6000" strike="noStrike" u="none">
                <a:solidFill>
                  <a:schemeClr val="lt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en-SE" sz="6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4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Click to edit Master text styles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>
              <a:buNone/>
              <a:def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  <a:endParaRPr b="0" lang="sv-SE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&lt;footer&gt;</a:t>
            </a:r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635D3A3-2B24-47E4-8AB7-736B5B792AF6}" type="slidenum">
              <a: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4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13000">
              <a:srgbClr val="43454b"/>
            </a:gs>
            <a:gs pos="95000">
              <a:srgbClr val="8e919a"/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11" descr=""/>
          <p:cNvPicPr/>
          <p:nvPr/>
        </p:nvPicPr>
        <p:blipFill>
          <a:blip r:embed="rId2"/>
          <a:stretch/>
        </p:blipFill>
        <p:spPr>
          <a:xfrm>
            <a:off x="779400" y="6289200"/>
            <a:ext cx="1429920" cy="43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6" name="Picture 3" descr="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10184760" y="5404680"/>
            <a:ext cx="1544400" cy="1544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trike="noStrike" u="none">
                <a:solidFill>
                  <a:schemeClr val="lt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Click to edit Master text styles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864000" indent="-3240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Second level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296000" indent="-2880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Third level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728000" indent="-2160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Fourth level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160000" indent="-2160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Fifth level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Click to edit Master text styles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Second level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Third level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Fourth level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Fifth level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>
              <a:buNone/>
              <a:def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  <a:endParaRPr b="0" lang="sv-SE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&lt;footer&gt;</a:t>
            </a:r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0D32C53-E4BC-413A-BA44-74DC6E78D72A}" type="slidenum">
              <a: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13000">
              <a:srgbClr val="43454b"/>
            </a:gs>
            <a:gs pos="95000">
              <a:srgbClr val="8e919a"/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Picture 11" descr=""/>
          <p:cNvPicPr/>
          <p:nvPr/>
        </p:nvPicPr>
        <p:blipFill>
          <a:blip r:embed="rId2"/>
          <a:stretch/>
        </p:blipFill>
        <p:spPr>
          <a:xfrm>
            <a:off x="779400" y="6289200"/>
            <a:ext cx="1429920" cy="43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" name="Picture 3" descr="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10184760" y="5404680"/>
            <a:ext cx="1544400" cy="1544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trike="noStrike" u="none">
                <a:solidFill>
                  <a:schemeClr val="lt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marL="432000" indent="-3240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en-US" sz="24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Click to edit Master text styles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Click to edit Master text styles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Second level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Third level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Fourth level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Fifth level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Click to edit Master text styles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Click to edit Master text styles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Second level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Third level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Fourth level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Fifth level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>
              <a:buNone/>
              <a:def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  <a:endParaRPr b="0" lang="sv-SE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7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&lt;footer&gt;</a:t>
            </a:r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8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156DF7B-BA3B-4F5B-B67E-B6FD9CED5554}" type="slidenum">
              <a: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13000">
              <a:srgbClr val="43454b"/>
            </a:gs>
            <a:gs pos="95000">
              <a:srgbClr val="8e919a"/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11" descr=""/>
          <p:cNvPicPr/>
          <p:nvPr/>
        </p:nvPicPr>
        <p:blipFill>
          <a:blip r:embed="rId2"/>
          <a:stretch/>
        </p:blipFill>
        <p:spPr>
          <a:xfrm>
            <a:off x="779400" y="6289200"/>
            <a:ext cx="1429920" cy="43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4" name="Picture 3" descr="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10184760" y="5404680"/>
            <a:ext cx="1544400" cy="1544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trike="noStrike" u="none">
                <a:solidFill>
                  <a:schemeClr val="lt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>
              <a:buNone/>
              <a:def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  <a:endParaRPr b="0" lang="sv-SE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&lt;footer&gt;</a:t>
            </a:r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33F01F7-5D5F-4BC9-ADD4-18E4A6376578}" type="slidenum">
              <a: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13000">
              <a:srgbClr val="43454b"/>
            </a:gs>
            <a:gs pos="95000">
              <a:srgbClr val="8e919a"/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Picture 11" descr=""/>
          <p:cNvPicPr/>
          <p:nvPr/>
        </p:nvPicPr>
        <p:blipFill>
          <a:blip r:embed="rId2"/>
          <a:stretch/>
        </p:blipFill>
        <p:spPr>
          <a:xfrm>
            <a:off x="779400" y="6289200"/>
            <a:ext cx="1429920" cy="43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" name="Picture 3" descr="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10184760" y="5404680"/>
            <a:ext cx="1544400" cy="1544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" name="PlaceHolder 1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>
              <a:buNone/>
              <a:def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  <a:endParaRPr b="0" lang="sv-SE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&lt;footer&gt;</a:t>
            </a:r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5FBCF16-6EF4-457E-8AF6-189FF2DE3338}" type="slidenum">
              <a: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13000">
              <a:srgbClr val="43454b"/>
            </a:gs>
            <a:gs pos="95000">
              <a:srgbClr val="8e919a"/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Picture 11" descr=""/>
          <p:cNvPicPr/>
          <p:nvPr/>
        </p:nvPicPr>
        <p:blipFill>
          <a:blip r:embed="rId2"/>
          <a:stretch/>
        </p:blipFill>
        <p:spPr>
          <a:xfrm>
            <a:off x="779400" y="6289200"/>
            <a:ext cx="1429920" cy="43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5" name="Picture 3" descr="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10184760" y="5404680"/>
            <a:ext cx="1544400" cy="1544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3200" strike="noStrike" u="none">
                <a:solidFill>
                  <a:schemeClr val="lt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en-SE" sz="32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Click to edit Master text styles</a:t>
            </a:r>
            <a:endParaRPr b="0" lang="en-SE" sz="32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864000" indent="-3240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Second level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296000" indent="-2880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Third level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728000" indent="-2160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Fourth level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160000" indent="-2160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Fifth level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Click to edit Master text styles</a:t>
            </a:r>
            <a:endParaRPr b="0" lang="en-SE" sz="16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9" name="PlaceHolder 4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>
              <a:buNone/>
              <a:def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  <a:endParaRPr b="0" lang="sv-SE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PlaceHolder 5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&lt;footer&gt;</a:t>
            </a:r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PlaceHolder 6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90F0FF7-4B6C-4A57-87D0-88AAE1CE5AAF}" type="slidenum">
              <a: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82" name="Picture 7" descr=""/>
          <p:cNvPicPr/>
          <p:nvPr/>
        </p:nvPicPr>
        <p:blipFill>
          <a:blip r:embed="rId4">
            <a:alphaModFix amt="70000"/>
          </a:blip>
          <a:stretch/>
        </p:blipFill>
        <p:spPr>
          <a:xfrm>
            <a:off x="5543280" y="457200"/>
            <a:ext cx="5808600" cy="344196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5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13000">
              <a:srgbClr val="43454b"/>
            </a:gs>
            <a:gs pos="95000">
              <a:srgbClr val="8e919a"/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Picture 11" descr=""/>
          <p:cNvPicPr/>
          <p:nvPr/>
        </p:nvPicPr>
        <p:blipFill>
          <a:blip r:embed="rId2"/>
          <a:stretch/>
        </p:blipFill>
        <p:spPr>
          <a:xfrm>
            <a:off x="779400" y="6289200"/>
            <a:ext cx="1429920" cy="43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4" name="Picture 3" descr="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10184760" y="5404680"/>
            <a:ext cx="1544400" cy="1544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3200" strike="noStrike" u="none">
                <a:solidFill>
                  <a:schemeClr val="lt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en-SE" sz="32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SE" sz="2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Click to edit the outline text format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SE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Second Outline Level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SE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Third Outline Level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SE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Fourth Outline Level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SE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Fifth Outline Level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SE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Sixth Outline Level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SE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Seventh Outline Level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Click to edit Master text styles</a:t>
            </a:r>
            <a:endParaRPr b="0" lang="en-SE" sz="16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>
              <a:buNone/>
              <a:def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sv-SE" sz="1400" strike="noStrike" u="non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  <a:endParaRPr b="0" lang="sv-SE" sz="1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PlaceHolder 5"/>
          <p:cNvSpPr>
            <a:spLocks noGrp="1"/>
          </p:cNvSpPr>
          <p:nvPr>
            <p:ph type="ftr" idx="3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sv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&lt;footer&gt;</a:t>
            </a:r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6"/>
          <p:cNvSpPr>
            <a:spLocks noGrp="1"/>
          </p:cNvSpPr>
          <p:nvPr>
            <p:ph type="sldNum" idx="3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0C052B3-CA9B-4479-8D9D-316A110E2423}" type="slidenum">
              <a:rPr b="0" lang="en-SE" sz="12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sv-SE" sz="1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hyperlink" Target="mailto:bjorn.sundling@advania.com" TargetMode="External"/><Relationship Id="rId2" Type="http://schemas.openxmlformats.org/officeDocument/2006/relationships/hyperlink" Target="https://bsky.app/profile/bjompen.com" TargetMode="External"/><Relationship Id="rId3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hyperlink" Target="https://github.com/AdvaniaSE/PowerShellAdvancedFundamentals" TargetMode="External"/><Relationship Id="rId2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hyperlink" Target="https://github.com/AdvaniaSE/PowerShellAdvancedFundamentals" TargetMode="External"/><Relationship Id="rId2" Type="http://schemas.openxmlformats.org/officeDocument/2006/relationships/hyperlink" Target="https://i.redd.it/8341g68g1v7y.png" TargetMode="External"/><Relationship Id="rId3" Type="http://schemas.openxmlformats.org/officeDocument/2006/relationships/slideLayout" Target="../slideLayouts/slideLayout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2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hyperlink" Target="https://github.com/AdvaniaSE/PowerShellAdvancedFundamentals" TargetMode="External"/><Relationship Id="rId2" Type="http://schemas.openxmlformats.org/officeDocument/2006/relationships/slideLayout" Target="../slideLayouts/slideLayout4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hyperlink" Target="https://github.com/AdvaniaSE/PowerShellAdvancedFundamentals" TargetMode="External"/><Relationship Id="rId2" Type="http://schemas.openxmlformats.org/officeDocument/2006/relationships/slideLayout" Target="../slideLayouts/slideLayout4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hyperlink" Target="https://docs.microsoft.com/en-us/dotnet/standard/base-types/regular-expression-language-quick-reference" TargetMode="External"/><Relationship Id="rId2" Type="http://schemas.openxmlformats.org/officeDocument/2006/relationships/hyperlink" Target="https://regex101.com/" TargetMode="External"/><Relationship Id="rId3" Type="http://schemas.openxmlformats.org/officeDocument/2006/relationships/slideLayout" Target="../slideLayouts/slideLayout2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hyperlink" Target="https://github.com/AdvaniaSE/PowerShellAdvancedFundamentals" TargetMode="External"/><Relationship Id="rId2" Type="http://schemas.openxmlformats.org/officeDocument/2006/relationships/slideLayout" Target="../slideLayouts/slideLayout4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hyperlink" Target="https://github.com/AdvaniaSE/PowerShellAdvancedFundamentals" TargetMode="External"/><Relationship Id="rId2" Type="http://schemas.openxmlformats.org/officeDocument/2006/relationships/slideLayout" Target="../slideLayouts/slideLayout4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hyperlink" Target="https://github.com/AdvaniaSE/PowerShellAdvancedFundamentals" TargetMode="External"/><Relationship Id="rId2" Type="http://schemas.openxmlformats.org/officeDocument/2006/relationships/hyperlink" Target="https://www.youtube.com/watch?v=BZ8X6nLGrxM" TargetMode="External"/><Relationship Id="rId3" Type="http://schemas.openxmlformats.org/officeDocument/2006/relationships/hyperlink" Target="https://www.youtube.com/watch?v=BZ8X6nLGrxM" TargetMode="External"/><Relationship Id="rId4" Type="http://schemas.openxmlformats.org/officeDocument/2006/relationships/hyperlink" Target="https://www.youtube.com/watch?v=BZ8X6nLGrxM" TargetMode="External"/><Relationship Id="rId5" Type="http://schemas.openxmlformats.org/officeDocument/2006/relationships/hyperlink" Target="https://www.youtube.com/watch?v=BZ8X6nLGrxM" TargetMode="External"/><Relationship Id="rId6" Type="http://schemas.openxmlformats.org/officeDocument/2006/relationships/hyperlink" Target="https://www.youtube.com/watch?v=BZ8X6nLGrxM" TargetMode="External"/><Relationship Id="rId7" Type="http://schemas.openxmlformats.org/officeDocument/2006/relationships/slideLayout" Target="../slideLayouts/slideLayout4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hyperlink" Target="https://github.com/AdvaniaSE/PowerShellAdvancedFundamentals" TargetMode="External"/><Relationship Id="rId2" Type="http://schemas.openxmlformats.org/officeDocument/2006/relationships/slideLayout" Target="../slideLayouts/slideLayout4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hyperlink" Target="https://github.com/AdvaniaSE/PowerShellAdvancedFundamentals" TargetMode="External"/><Relationship Id="rId2" Type="http://schemas.openxmlformats.org/officeDocument/2006/relationships/slideLayout" Target="../slideLayouts/slideLayout4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hyperlink" Target="https://github.com/AdvaniaSE/PowerShellAdvancedFundamentals" TargetMode="External"/><Relationship Id="rId2" Type="http://schemas.openxmlformats.org/officeDocument/2006/relationships/slideLayout" Target="../slideLayouts/slideLayout4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en-GB" sz="6000" strike="noStrike" u="none">
                <a:solidFill>
                  <a:schemeClr val="lt1"/>
                </a:solidFill>
                <a:effectLst/>
                <a:uFillTx/>
                <a:latin typeface="Aptos Display"/>
              </a:rPr>
              <a:t>PowerShell Advanced Fundamentals</a:t>
            </a:r>
            <a:endParaRPr b="0" lang="en-SE" sz="6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3640" cy="1655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>
              <a:buNone/>
            </a:pPr>
            <a:endParaRPr b="0" lang="sv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GB" sz="6000" strike="noStrike" u="none">
                <a:solidFill>
                  <a:schemeClr val="lt1"/>
                </a:solidFill>
                <a:effectLst/>
                <a:uFillTx/>
                <a:latin typeface="Aptos Display"/>
              </a:rPr>
              <a:t>Introduction</a:t>
            </a:r>
            <a:endParaRPr b="0" lang="en-SE" sz="6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SE" sz="2400" strike="noStrike" u="none">
              <a:solidFill>
                <a:schemeClr val="lt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03232DE6-BB1D-407E-B48A-98107BDEEDC8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Introduction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sv-SE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Björn Sundling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  <a:hlinkClick r:id="rId1"/>
              </a:rPr>
              <a:t>bjorn.sundling@advania.com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  <a:hlinkClick r:id="rId2"/>
              </a:rPr>
              <a:t>https://bsky.app/profile/bjompen.com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You?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Get-Participant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Get-Expectation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544992C-872C-4089-A772-21365C8F86A0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Introduction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Agenda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Started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VS Code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Filters, Functions and Advanced Functions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PowerShell Classes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Regex Intro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API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Error Handling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Debugging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Building Modules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Testing with Pester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C9C7699-49DB-43A8-9AB2-07E3E32931B8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Introduction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Agenda (non technical)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Chapter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Lab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Coffee break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Start @ 9.00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Lunch @ ~11.30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Done @ ~16.00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Voluntary recap @ ~8.30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690699D-0A67-42FC-9C41-7567765F4EDC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Introduction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Bring Your Own Lab!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It’s easier to understand your own issues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E19E1E9-EF31-4CDE-A15F-B3AE309BB25D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Introduction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How to do labs?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Lab.md</a:t>
            </a: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 –No solutions.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Detailed.md – Some help.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More than one way of solving an issue.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“If it’s stupid and it works, it’s not stupid”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651928F-E8F1-4AF6-81CE-AF7917FF67DA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32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Introduction</a:t>
            </a:r>
            <a:endParaRPr b="0" lang="en-SE" sz="32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839880" y="2057400"/>
            <a:ext cx="1087668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Lab 0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1"/>
              </a:rPr>
              <a:t>https://github.com/AdvaniaSE/PowerShellAdvancedFundamentals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6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00. Install PowerShell &amp; VSCode</a:t>
            </a:r>
            <a:endParaRPr b="0" lang="en-SE" sz="16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837D9DF6-C6A4-4D5D-9254-C2EDC42642DF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Try Along!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Try stuff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Break stuff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Fix stuff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Understand stuff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A27B756-48BB-40F1-A775-2B2BD00A14A6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6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Started</a:t>
            </a:r>
            <a:endParaRPr b="0" lang="en-SE" sz="6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SE" sz="2400" strike="noStrike" u="none">
              <a:solidFill>
                <a:schemeClr val="lt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0B252A2-0D9E-4CD6-AC02-6FE27DC1E093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Started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Why version control?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Script-Folder problem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v1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v2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v2.final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Central location for main data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Where's latest?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Snapshot based - Go back and forth in time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History of What, When and Whom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Collaboration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B4D3B44-1D05-452D-ADD7-0AE92C7A713F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Started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vs GitHub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is a protocol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GitHub is a Service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(with many many alternatives!)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34BDDE0-00E5-445C-9CFF-C74EA575B8AB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Started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Your service provider – GitHub/Azure DevOps/BitBucket et. al.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Fork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Pull request / PR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CLI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GitHub CLI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az devops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BAA6858-CAFA-4C40-8813-38EAA0669444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Started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85000" lnSpcReduction="1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Only six commands!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status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Show current git changes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init / git clone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Create an empty repo or clone an existing “remote”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HTTPS vs. SSH?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add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Add one or more files for staging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pull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Find and download “remote” changes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commit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Create a snapshot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-m ‘message’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Add a commit message without entering vim…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push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Push changes to remote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AB923CC-D1E0-4942-9A95-0254BAEF8A84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Started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Working with branches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Strategies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GitHub Flow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Flow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Trunk based development / single branch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checkout –b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Create a branch and change to it directly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branch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Create a branch but stay on current one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5F5B361-C0C8-4769-9ACE-7B39280115D7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Started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Visual tools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Start with CLI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VS Code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GitHub Desktop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posh-git / OhMyPosh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Gource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FDCB191-399C-43CF-A637-DE7C41929118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32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Started</a:t>
            </a:r>
            <a:endParaRPr b="0" lang="en-SE" sz="32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839880" y="2057400"/>
            <a:ext cx="1087668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Lab 1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1"/>
              </a:rPr>
              <a:t>https://github.com/AdvaniaSE/PowerShellAdvancedFundamentals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6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01. git Started</a:t>
            </a:r>
            <a:endParaRPr b="0" lang="en-SE" sz="16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2"/>
              </a:rPr>
              <a:t>https://i.redd.it/8341g68g1v7y.png</a:t>
            </a: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 - Git cheat sheet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71170046-0339-4AB4-AD5E-7DB82D8DB784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6000" strike="noStrike" u="none">
                <a:solidFill>
                  <a:schemeClr val="lt1"/>
                </a:solidFill>
                <a:effectLst/>
                <a:uFillTx/>
                <a:latin typeface="Aptos Display"/>
              </a:rPr>
              <a:t>VSCode</a:t>
            </a:r>
            <a:endParaRPr b="0" lang="en-SE" sz="6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SE" sz="2400" strike="noStrike" u="none">
              <a:solidFill>
                <a:schemeClr val="lt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3354D1B-C323-417F-811F-0EEB48C34614}" type="slidenum">
              <a:t>18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VS Code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Why?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Free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Cross-platform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Open source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Microsoft standard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03309EA-8108-4913-87C7-F27DB2953777}" type="slidenum">
              <a:t>19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VS Code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Basic Features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Open Folder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ISE mode (for the old school PowerShell devs)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Snippets / CoPilot integration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git integration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Extensions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From PowerShell...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...via HTML previews....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..to live share!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4BA2D93-90DB-4DEC-A017-5AB948B551F8}" type="slidenum">
              <a:t>20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VS Code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Editor Features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Move row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Duplicate row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Comment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Multi Cursor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Bracket pair colorization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3E6B39A-6FEB-4D3A-B558-137E93CB4DE7}" type="slidenum">
              <a:t>21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VS Code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4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PowerShell Integration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Terminal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IntelliSense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Code-format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Debugger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968372C-E32F-4891-921A-B5DB5F2594FD}" type="slidenum">
              <a:t>22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VS Code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F1 – The key to the kingdom.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E45CBAB-B940-4A61-998F-41929C864C5C}" type="slidenum">
              <a:t>23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6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Filters, Functions and Advanced Functions</a:t>
            </a:r>
            <a:endParaRPr b="0" lang="en-SE" sz="6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SE" sz="2400" strike="noStrike" u="none">
              <a:solidFill>
                <a:schemeClr val="lt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EDD6C7D-BF4D-4F05-BB75-727E99FA9685}" type="slidenum">
              <a:t>24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Filters, Functions and Advanced Functions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Goal: Re-Use Code!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Multiple copies are hard to maintain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Never Copy &amp; Paste code!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Hiding details makes a script easier to read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DE50D7C-3B95-4987-8564-4A2BE9AE7533}" type="slidenum">
              <a:t>25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Filters, Functions and Advanced Functions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Example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Just code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Function and code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49" name="Picture 4" descr=""/>
          <p:cNvPicPr/>
          <p:nvPr/>
        </p:nvPicPr>
        <p:blipFill>
          <a:blip r:embed="rId1"/>
          <a:stretch/>
        </p:blipFill>
        <p:spPr>
          <a:xfrm>
            <a:off x="3621960" y="990000"/>
            <a:ext cx="7612200" cy="551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0" name="Picture 6" descr=""/>
          <p:cNvPicPr/>
          <p:nvPr/>
        </p:nvPicPr>
        <p:blipFill>
          <a:blip r:embed="rId2"/>
          <a:stretch/>
        </p:blipFill>
        <p:spPr>
          <a:xfrm>
            <a:off x="3621960" y="2489400"/>
            <a:ext cx="5938560" cy="2138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45400D8-C4A7-4AAD-94C0-0533D0C0BF59}" type="slidenum">
              <a:t>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" dur="5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nodeType="withEffect" fill="hold" presetClass="emph" presetID="9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indefinite"/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25"/>
                                      </p:to>
                                    </p:set>
                                    <p:animEffect filter="dissolve" transition="in">
                                      <p:cBhvr additive="repl">
                                        <p:cTn id="14" dur="indefinite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9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Filters, Functions and Advanced Functions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Verb-Noun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Get-Verb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(Better in PS7!)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Unless you are writing “internal” functions.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ADEAD1C-0FBE-4DF6-A3FA-F22569BE6141}" type="slidenum">
              <a:t>27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Filters, Functions and Advanced Functions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5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Function scoped variables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$PSBoundParameters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Always available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Only contains key/value of parameters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$PSCmdlet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Only in advanced functions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Contains “everything” about a function execution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$PSCommandPath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Only in saved files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Contains full path to .ps1/.psm1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$PSScriptRoot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Only in saved files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Contains parent of .ps1/.psm1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2D80CA7-F3C0-4992-973E-8AD63B4FAAF5}" type="slidenum">
              <a:t>28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Filters, Functions and Advanced Functions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Three Types of "functions"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Extremely uncommon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Your own "Select" commands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Behaves like a function with all code in the ‘process’ block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Repeats once per input from pipeline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BA21DA3-486C-4EB9-AF3C-6D7DBD97FBA6}" type="slidenum">
              <a:t>29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Filters, Functions and Advanced Functions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Three Types of "functions"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Function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Not for pipelines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Easy to understand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Good for "helpers“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Can still use parameters, named or $args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25111C2-0082-4CC4-B5E3-C979E27BA9A2}" type="slidenum">
              <a:t>30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Filters, Functions and Advanced Functions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Three Types of "functions"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Advanced Function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CmdletBinding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ConfirmImpact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DefaultParameterSetName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HelpUri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SupportsShouldProcess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OutputType()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E458A3C-9B78-429B-ABC5-590CB3832E32}" type="slidenum">
              <a:t>31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Filters, Functions and Advanced Functions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Three Types of "functions"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Advanced Function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Begin {}, Process {}, End {}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(and clean {} if you are on 7.3 or later..)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If not defined, all code is in the end {} block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CA7321D-D79F-4B00-9B39-AFE68D14DA1F}" type="slidenum">
              <a:t>32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Filters, Functions and Advanced Functions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62500" lnSpcReduction="1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Three Types of "functions"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Advanced Function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Rich Parameter support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Metadata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Mandatory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Position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Pipeline Input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ParameterSetName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Alias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HelpMessage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DontShow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Type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Implicit Casting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Validation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AllowNull()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AllowEmptyString()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ValidateCount(1,5)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ValidateLength(1,5)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ValidatePattern('+')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ValidateScript( { Test-Path $_ } )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ValidateSet( 'Apelsin', 'Banan', 'Clementin')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ErrorMessage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4CE20B2-42FC-40FC-9BE8-3850CD82070C}" type="slidenum">
              <a:t>33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Filters, Functions and Advanced Functions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Three Types of "functions"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Advanced Function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Switch-Parameters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On / Off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6DE850D-2D3B-47B3-8A2D-C267589B1114}" type="slidenum">
              <a:t>34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912276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32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Filters, Functions and Advanced Functions</a:t>
            </a:r>
            <a:endParaRPr b="0" lang="en-SE" sz="32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68" name="PlaceHolder 2"/>
          <p:cNvSpPr>
            <a:spLocks noGrp="1"/>
          </p:cNvSpPr>
          <p:nvPr>
            <p:ph/>
          </p:nvPr>
        </p:nvSpPr>
        <p:spPr>
          <a:xfrm>
            <a:off x="839880" y="2057400"/>
            <a:ext cx="1087668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Lab 2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1"/>
              </a:rPr>
              <a:t>https://github.com/AdvaniaSE/PowerShellAdvancedFundamentals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6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02. Functions</a:t>
            </a:r>
            <a:endParaRPr b="0" lang="en-SE" sz="16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B8E7AB3F-4E3D-410B-BBB7-30852E9E4C85}" type="slidenum">
              <a:t>35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6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PowerShell Classes</a:t>
            </a:r>
            <a:endParaRPr b="0" lang="en-SE" sz="6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SE" sz="2400" strike="noStrike" u="none">
              <a:solidFill>
                <a:schemeClr val="lt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C939619-DB1B-446A-AB46-16538750DC79}" type="slidenum">
              <a:t>36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PowerShell Classes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Comes from DSC – Dynamic State Configuration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More Dev-Oriented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5C4A303-26B7-448E-93F3-F90D6B772701}" type="slidenum">
              <a:t>37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PowerShell Classes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[ClassName]::New()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New-Object -TypeName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3F0BC3D-C965-4F90-83C5-19496B6D4E76}" type="slidenum">
              <a:t>38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PowerShell Classes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Only output from return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Class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Property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Method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Constructor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Hidden Property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Static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Can also do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Inheritance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Interfaces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More….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076F767-F0CC-4CFB-A950-9BEF9C2AC659}" type="slidenum">
              <a:t>39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PowerShell Classes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Enum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enum &lt;name&gt; {}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Bitflag-like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[flags()] enum &lt;name&gt; {}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A99A5C8-13A3-473C-A64D-36E6FFADF455}" type="slidenum">
              <a:t>40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912276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32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PowerShell Classes</a:t>
            </a:r>
            <a:endParaRPr b="0" lang="en-SE" sz="32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/>
          </p:nvPr>
        </p:nvSpPr>
        <p:spPr>
          <a:xfrm>
            <a:off x="839880" y="2057400"/>
            <a:ext cx="1087668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Lab 3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1"/>
              </a:rPr>
              <a:t>https://github.com/AdvaniaSE/PowerShellAdvancedFundamentals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6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03. Classes</a:t>
            </a:r>
            <a:endParaRPr b="0" lang="en-SE" sz="16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CFB18EA9-6F88-4BC2-AA60-E1BC6285D901}" type="slidenum">
              <a:t>41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6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Regex</a:t>
            </a:r>
            <a:endParaRPr b="0" lang="en-SE" sz="6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82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SE" sz="2400" strike="noStrike" u="none">
              <a:solidFill>
                <a:schemeClr val="lt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1509299-2985-48AE-8761-868293869136}" type="slidenum">
              <a:t>42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Regex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Pattern matching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Validating input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Searching for part of text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Log searching w. Select-String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Phone number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Birth date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Replacing text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487B6EB-42DB-4FAD-9503-A5C3DFE9C465}" type="slidenum">
              <a:t>43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Regex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-Match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$matches variable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[regex]::Match / [regex]::Matches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Case sensitive!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147B0C2-BFF5-456B-A0B4-91848F562A62}" type="slidenum">
              <a:t>44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Regex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Use web tools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But remember to check the RegEx flavors – PowerShell uses .Net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sng">
                <a:solidFill>
                  <a:schemeClr val="lt1"/>
                </a:solidFill>
                <a:effectLst/>
                <a:uFillTx/>
                <a:latin typeface="Arial"/>
                <a:hlinkClick r:id="rId1"/>
              </a:rPr>
              <a:t>Regular Expression Language - Quick Reference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Microsoft Learn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  <a:hlinkClick r:id="rId2"/>
              </a:rPr>
              <a:t>Regex101.com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Online regex tester and debugger: PHP, PCRE, Python, Golang and JavaScript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DAD2E04-4E66-4BEB-BEC1-24B137912245}" type="slidenum">
              <a:t>45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Regex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9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Special characters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[]$.|?*+()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F9F7E42-E6BC-4597-A992-1E817E392297}" type="slidenum">
              <a:t>46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Regex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9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Character classes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Word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Space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Digit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Character group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Unicode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090954E-0292-432A-B5E4-87BBE7E4867A}" type="slidenum">
              <a:t>47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Regex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Quantifiers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?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*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+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{2}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{2,}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{2,5}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AB19176-9C77-4D27-8C27-A9B128112E27}" type="slidenum">
              <a:t>48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Regex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Groups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Subexpression  My name is (+)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Named Subexpression  My name is (?&lt;name&gt;+)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8E73429-9967-478A-B6FA-117E06E98BCA}" type="slidenum">
              <a:t>49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912276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32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Regex</a:t>
            </a:r>
            <a:endParaRPr b="0" lang="en-SE" sz="32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98" name="PlaceHolder 2"/>
          <p:cNvSpPr>
            <a:spLocks noGrp="1"/>
          </p:cNvSpPr>
          <p:nvPr>
            <p:ph/>
          </p:nvPr>
        </p:nvSpPr>
        <p:spPr>
          <a:xfrm>
            <a:off x="839880" y="2057400"/>
            <a:ext cx="1087668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Lab 4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1"/>
              </a:rPr>
              <a:t>https://github.com/AdvaniaSE/PowerShellAdvancedFundamentals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6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04. Regex</a:t>
            </a:r>
            <a:endParaRPr b="0" lang="en-SE" sz="16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730E7E3D-3D3C-4527-BE42-F4B347992783}" type="slidenum">
              <a:t>50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6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API</a:t>
            </a:r>
            <a:endParaRPr b="0" lang="en-SE" sz="6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chemeClr val="lt1">
                    <a:tint val="82000"/>
                  </a:schemeClr>
                </a:solidFill>
                <a:effectLst/>
                <a:uFillTx/>
                <a:latin typeface="Aptos"/>
              </a:rPr>
              <a:t>(yeah, ok, web APIs…)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22BFC17-1C10-4395-8F04-96434339AD84}" type="slidenum">
              <a:t>51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API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0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What is an API?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Rest and SOAP.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C07D994-39F5-4AB2-BEA3-BAB8A8FA094B}" type="slidenum">
              <a:t>52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API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0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Invoke-WebRequest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Raw data results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Invoke-RestMethod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Parses results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Better in PowerShell 7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Entirely different backend in PS7 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Behaves different. Verify your code.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0654D98-FA31-44E7-BC04-0451EE13202B}" type="slidenum">
              <a:t>53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API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Authentication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Basic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Username / password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PAT - Personal Access Tokens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OAUTH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-UseDefaultCredentials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76A98B0-E458-4378-8B13-1C1FEA4797E8}" type="slidenum">
              <a:t>54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API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TLS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[Net.ServicePointManager]::SecurityProtocol = [Net.SecurityProtocolType]::Tls12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Encoding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 [console]::OutputEncoding = [System.Text.Encoding]::UTF8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37838F5-6689-4E92-BDC8-87D3353FAEE3}" type="slidenum">
              <a:t>55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912276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32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API</a:t>
            </a:r>
            <a:endParaRPr b="0" lang="en-SE" sz="32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/>
          </p:nvPr>
        </p:nvSpPr>
        <p:spPr>
          <a:xfrm>
            <a:off x="839880" y="2057400"/>
            <a:ext cx="1087668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Lab 5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1"/>
              </a:rPr>
              <a:t>https://github.com/AdvaniaSE/PowerShellAdvancedFundamentals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6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05. API</a:t>
            </a:r>
            <a:endParaRPr b="0" lang="en-SE" sz="16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C6FBBE71-993B-4E0F-AD54-B4D3CEEE0E8F}" type="slidenum">
              <a:t>56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6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Error Handling</a:t>
            </a:r>
            <a:endParaRPr b="0" lang="en-SE" sz="6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SE" sz="2400" strike="noStrike" u="none">
              <a:solidFill>
                <a:schemeClr val="lt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E6ADD0B-3AF8-4C63-A138-BC407D0E66C0}" type="slidenum">
              <a:t>57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Error Handling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1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Two kinds of errors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Terminating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Stops the command or pipeline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Get-Item 'BadFile.bad' -ErrorAction Stop ; Write-Host 'bad file is bad'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Non-terminating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Continues the command or pipeline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Get-Item 'BadFile.bad' ; Write-Host 'bad file is bad'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6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(actually three – or even more - Statement terminating and script terminating)</a:t>
            </a:r>
            <a:endParaRPr b="0" lang="en-SE" sz="16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6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https://stackoverflow.com/a/72802148</a:t>
            </a:r>
            <a:endParaRPr b="0" lang="en-SE" sz="16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0D3A92D-CB40-4272-BF6E-F362386DEC83}" type="slidenum">
              <a:t>58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Error Handling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1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ErrorAction / ErrorActionPreference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ErrorView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Get-Error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(</a:t>
            </a:r>
            <a:r>
              <a:rPr b="0" lang="en-GB" sz="2800" strike="sngStrike" u="none">
                <a:solidFill>
                  <a:schemeClr val="lt1"/>
                </a:solidFill>
                <a:effectLst/>
                <a:uFillTx/>
                <a:latin typeface="Arial"/>
              </a:rPr>
              <a:t>Coming</a:t>
            </a: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b="0" lang="en-GB" sz="2800" strike="sngStrike" u="none">
                <a:solidFill>
                  <a:schemeClr val="lt1"/>
                </a:solidFill>
                <a:effectLst/>
                <a:uFillTx/>
                <a:latin typeface="Arial"/>
              </a:rPr>
              <a:t>soon</a:t>
            </a: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 Available in 7.5 – RecommendedAction!)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7AEF07A-30EE-424A-9B69-4044389FF6AB}" type="slidenum">
              <a:t>59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Error Handling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1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Try/Catch/Finally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Trap{}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4DD2111-4EDD-440F-B1F2-1CF2D2C4833A}" type="slidenum">
              <a:t>60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912276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32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Error Handling</a:t>
            </a:r>
            <a:endParaRPr b="0" lang="en-SE" sz="32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839880" y="2057400"/>
            <a:ext cx="1087668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Lab 6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1"/>
              </a:rPr>
              <a:t>https://github.com/AdvaniaSE/PowerShellAdvancedFundamentals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6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06. Error Handling</a:t>
            </a:r>
            <a:endParaRPr b="0" lang="en-SE" sz="16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en-SE" sz="16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 </a:t>
            </a: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2"/>
              </a:rPr>
              <a:t>The art of throwing errors - Emrys </a:t>
            </a: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3"/>
              </a:rPr>
              <a:t>MacInally</a:t>
            </a: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4"/>
              </a:rPr>
              <a:t> - </a:t>
            </a: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5"/>
              </a:rPr>
              <a:t>PSConfEU</a:t>
            </a: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6"/>
              </a:rPr>
              <a:t> 2024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32210FCB-F6F1-453D-8BBD-9981EBD163C7}" type="slidenum">
              <a:t>61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6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Debugging</a:t>
            </a:r>
            <a:endParaRPr b="0" lang="en-SE" sz="6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22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SE" sz="2400" strike="noStrike" u="none">
              <a:solidFill>
                <a:schemeClr val="lt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F720E6A-C5A0-43EA-8AAA-8EC2AB3B7623}" type="slidenum">
              <a:t>62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Debugging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Hard see what happens inside your code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Better than “Write-Host” </a:t>
            </a: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😉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tabLst>
                <a:tab algn="l" pos="0"/>
              </a:tabLst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Can debug other and external processes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28E2521-BD84-4F09-B741-D049223C66E8}" type="slidenum">
              <a:t>63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Debugging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2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VSCode Breakpoints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Line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Condition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HitCount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Log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Watch window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7BDFEBE-1139-40E9-804F-17ACA192BD26}" type="slidenum">
              <a:t>64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Debugging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Set-PSBreakpoint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Line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Script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Action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Column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Command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Script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Action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Variable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Script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Action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Mode</a:t>
            </a:r>
            <a:endParaRPr b="0" lang="en-SE" sz="2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5968F14-000A-4553-B6B2-8E2D39A7C565}" type="slidenum">
              <a:t>65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912276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32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Debugging</a:t>
            </a:r>
            <a:endParaRPr b="0" lang="en-SE" sz="32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30" name="PlaceHolder 2"/>
          <p:cNvSpPr>
            <a:spLocks noGrp="1"/>
          </p:cNvSpPr>
          <p:nvPr>
            <p:ph/>
          </p:nvPr>
        </p:nvSpPr>
        <p:spPr>
          <a:xfrm>
            <a:off x="839880" y="2057400"/>
            <a:ext cx="1087668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Lab 7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1"/>
              </a:rPr>
              <a:t>https://github.com/AdvaniaSE/PowerShellAdvancedFundamentals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6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07. Debugging</a:t>
            </a:r>
            <a:endParaRPr b="0" lang="en-SE" sz="16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39D987A1-B62F-4FBE-8839-1AAFFE99AAE1}" type="slidenum">
              <a:t>66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6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Building Modules</a:t>
            </a:r>
            <a:endParaRPr b="0" lang="en-SE" sz="6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SE" sz="2400" strike="noStrike" u="none">
              <a:solidFill>
                <a:schemeClr val="lt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329AC4C-05F8-4CAB-B855-56C068A8C31E}" type="slidenum">
              <a:t>67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Building Modules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3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Basic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psm1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Folder name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Manifest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E54A144-69AC-44C2-8341-564D7556D666}" type="slidenum">
              <a:t>68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Building Modules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3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Splitting code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Private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Public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Class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6393F6D-61BD-431E-A297-5693EE05B7EA}" type="slidenum">
              <a:t>69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Building Modules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3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Combining code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Faster load time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Looking good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0E09B9D-F93A-4DA3-946A-4574956655F9}" type="slidenum">
              <a:t>70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Building Modules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Help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Comment Based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External Help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8733E5A-D9A9-439F-8FD1-71B2515286D5}" type="slidenum">
              <a:t>71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Building Modules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4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Module helper tools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ModuleBuilder - Combine and build your modules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PlatyPS - Write help in Markdown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Invoke-Build - Build automation tool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Sampler - All of the above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CAEA424-4D4D-4120-AABD-72AFE3DF70F0}" type="slidenum">
              <a:t>72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Building Modules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4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Modules can be done in C# or F#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Publish to PSGallery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Possible to create your own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4B02CF2-2F92-473B-9097-A8A3A53CAB79}" type="slidenum">
              <a:t>73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912276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32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Building Modules</a:t>
            </a:r>
            <a:endParaRPr b="0" lang="en-SE" sz="32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46" name="PlaceHolder 2"/>
          <p:cNvSpPr>
            <a:spLocks noGrp="1"/>
          </p:cNvSpPr>
          <p:nvPr>
            <p:ph/>
          </p:nvPr>
        </p:nvSpPr>
        <p:spPr>
          <a:xfrm>
            <a:off x="839880" y="2057400"/>
            <a:ext cx="1087668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Lab 8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1"/>
              </a:rPr>
              <a:t>https://github.com/AdvaniaSE/PowerShellAdvancedFundamentals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6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08. Building Modules</a:t>
            </a:r>
            <a:endParaRPr b="0" lang="en-SE" sz="16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B4B442EA-46EF-4D29-B2FF-722571ABEB02}" type="slidenum">
              <a:t>74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60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Testing Code with Pester</a:t>
            </a:r>
            <a:endParaRPr b="0" lang="en-SE" sz="6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48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SE" sz="2400" strike="noStrike" u="none">
              <a:solidFill>
                <a:schemeClr val="lt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542EC1D-21F6-4C95-87FF-468CA87E480E}" type="slidenum">
              <a:t>75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Testing Code with Pester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Testing Code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Unit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Integration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8590078-3678-4303-96C6-34267EAB1A3A}" type="slidenum">
              <a:t>76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Testing Code with Pester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Commands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Describe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Context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It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Should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Mock</a:t>
            </a:r>
            <a:endParaRPr b="0" lang="en-SE" sz="2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ED1131E-EC43-4189-9212-685C385CE2EC}" type="slidenum">
              <a:t>77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Testing Code with Pester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TDD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Infrastructure Testing</a:t>
            </a:r>
            <a:endParaRPr b="0" lang="en-SE" sz="2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B58DCD8-D2E3-4652-9587-71A12D8B85CB}" type="slidenum">
              <a:t>78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912276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32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Testing Code with Pester</a:t>
            </a:r>
            <a:endParaRPr b="0" lang="en-SE" sz="32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839880" y="2057400"/>
            <a:ext cx="1087668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44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Lab 9</a:t>
            </a: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44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800" strike="noStrike" u="sng">
                <a:solidFill>
                  <a:schemeClr val="lt1"/>
                </a:solidFill>
                <a:effectLst/>
                <a:uFillTx/>
                <a:latin typeface="Aptos"/>
                <a:hlinkClick r:id="rId1"/>
              </a:rPr>
              <a:t>https://github.com/AdvaniaSE/PowerShellAdvancedFundamentals</a:t>
            </a:r>
            <a:endParaRPr b="0" lang="en-SE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  <a:p>
            <a:pPr lvl="1" marL="743040" indent="-28584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US" sz="16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09. Pester</a:t>
            </a:r>
            <a:endParaRPr b="0" lang="en-SE" sz="16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Björn Sundling  bjorn.sundling@advania.com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DADDD491-6CA4-4C39-A9DA-32F56A6B3232}" type="slidenum">
              <a:t>79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en-GB" sz="6000" strike="noStrike" u="none">
                <a:solidFill>
                  <a:schemeClr val="lt1"/>
                </a:solidFill>
                <a:effectLst/>
                <a:uFillTx/>
                <a:latin typeface="Aptos Display"/>
              </a:rPr>
              <a:t>PowerShell Advanced Fundamentals</a:t>
            </a:r>
            <a:endParaRPr b="0" lang="en-SE" sz="60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58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3640" cy="1655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chemeClr val="lt1"/>
                </a:solidFill>
                <a:effectLst/>
                <a:uFillTx/>
                <a:latin typeface="Aptos"/>
              </a:rPr>
              <a:t>Bjorn.sundling@advania.com</a:t>
            </a:r>
            <a:endParaRPr b="0" lang="sv-SE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Custom 1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dbe9f7"/>
      </a:hlink>
      <a:folHlink>
        <a:srgbClr val="d5bec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Custom 1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dbe9f7"/>
      </a:hlink>
      <a:folHlink>
        <a:srgbClr val="d5bec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Custom 1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dbe9f7"/>
      </a:hlink>
      <a:folHlink>
        <a:srgbClr val="d5bec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Custom 1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dbe9f7"/>
      </a:hlink>
      <a:folHlink>
        <a:srgbClr val="d5bec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Custom 1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dbe9f7"/>
      </a:hlink>
      <a:folHlink>
        <a:srgbClr val="d5bec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Custom 1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dbe9f7"/>
      </a:hlink>
      <a:folHlink>
        <a:srgbClr val="d5bec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Custom 1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dbe9f7"/>
      </a:hlink>
      <a:folHlink>
        <a:srgbClr val="d5bec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Custom 1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dbe9f7"/>
      </a:hlink>
      <a:folHlink>
        <a:srgbClr val="d5bec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Custom 1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dbe9f7"/>
      </a:hlink>
      <a:folHlink>
        <a:srgbClr val="d5bec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Custom 1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dbe9f7"/>
      </a:hlink>
      <a:folHlink>
        <a:srgbClr val="d5bec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Custom 1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dbe9f7"/>
      </a:hlink>
      <a:folHlink>
        <a:srgbClr val="d5bec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Custom 1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dbe9f7"/>
      </a:hlink>
      <a:folHlink>
        <a:srgbClr val="d5bec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1627</TotalTime>
  <Application>LibreOffice/25.8.3.2$Windows_X86_64 LibreOffice_project/8ca8d55c161d602844f5428fa4b58097424e324e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2024-08-01T08:10:01Z</dcterms:created>
  <dc:creator>Björn Sundling</dc:creator>
  <dc:description/>
  <dc:language>sv-SE</dc:language>
  <cp:lastModifiedBy/>
  <dcterms:modified xsi:type="dcterms:W3CDTF">2026-01-02T16:25:33Z</dcterms:modified>
  <cp:revision>46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8</vt:r8>
  </property>
  <property fmtid="{D5CDD505-2E9C-101B-9397-08002B2CF9AE}" pid="3" name="PresentationFormat">
    <vt:lpwstr>Widescreen</vt:lpwstr>
  </property>
  <property fmtid="{D5CDD505-2E9C-101B-9397-08002B2CF9AE}" pid="4" name="Slides">
    <vt:r8>79</vt:r8>
  </property>
</Properties>
</file>